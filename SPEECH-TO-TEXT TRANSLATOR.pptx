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66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04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38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6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75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479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21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3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7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51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580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000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475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7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517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117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67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5AEA742-2379-426A-9FA7-251688943D6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2E60F53-4235-4F9A-8F93-272B33E53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21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E783-448A-9FEB-28B2-6BF6039E8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8395" y="1114213"/>
            <a:ext cx="8825658" cy="2677648"/>
          </a:xfrm>
        </p:spPr>
        <p:txBody>
          <a:bodyPr/>
          <a:lstStyle/>
          <a:p>
            <a:r>
              <a:rPr lang="en-IN" dirty="0"/>
              <a:t>SPEECH-TO-TEXT TRANSLATOR</a:t>
            </a:r>
          </a:p>
        </p:txBody>
      </p:sp>
    </p:spTree>
    <p:extLst>
      <p:ext uri="{BB962C8B-B14F-4D97-AF65-F5344CB8AC3E}">
        <p14:creationId xmlns:p14="http://schemas.microsoft.com/office/powerpoint/2010/main" val="876604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F4C0-4106-47A6-D616-AADA6AAA0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AB77-B01E-4A14-3E90-CE40F53D2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What is Speech-to-Text?</a:t>
            </a:r>
          </a:p>
          <a:p>
            <a:r>
              <a:rPr lang="en-US" dirty="0">
                <a:effectLst/>
              </a:rPr>
              <a:t>Importance in accessibility, productivity, and automation</a:t>
            </a:r>
          </a:p>
          <a:p>
            <a:r>
              <a:rPr lang="en-US" dirty="0">
                <a:effectLst/>
              </a:rPr>
              <a:t>Real-world applications (dictation, transcription, voice commands)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24770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B8F3-C844-64D6-C068-965C47A2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FEATURES OF THE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8E030-005E-9464-B9E2-6D75A8F3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effectLst/>
            </a:endParaRPr>
          </a:p>
          <a:p>
            <a:r>
              <a:rPr lang="en-US" dirty="0">
                <a:effectLst/>
              </a:rPr>
              <a:t>🎤 </a:t>
            </a:r>
            <a:r>
              <a:rPr lang="en-US" b="1" dirty="0">
                <a:effectLst/>
              </a:rPr>
              <a:t>Start Recording</a:t>
            </a:r>
            <a:r>
              <a:rPr lang="en-US" dirty="0">
                <a:effectLst/>
              </a:rPr>
              <a:t> button to capture voice</a:t>
            </a:r>
          </a:p>
          <a:p>
            <a:r>
              <a:rPr lang="en-US" dirty="0">
                <a:effectLst/>
              </a:rPr>
              <a:t>📝 Instant transcription into text</a:t>
            </a:r>
          </a:p>
          <a:p>
            <a:r>
              <a:rPr lang="en-US" dirty="0">
                <a:effectLst/>
              </a:rPr>
              <a:t>📂 Option to save transcriptions</a:t>
            </a:r>
          </a:p>
          <a:p>
            <a:r>
              <a:rPr lang="en-US" dirty="0">
                <a:effectLst/>
              </a:rPr>
              <a:t>🌐 English (US) language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41268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CC6C-0388-2324-722A-01C1CA4D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5755-4A09-DC52-B89E-E16688A92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Faster documentation</a:t>
            </a:r>
          </a:p>
          <a:p>
            <a:r>
              <a:rPr lang="en-US" dirty="0">
                <a:effectLst/>
              </a:rPr>
              <a:t>Hands-free operation</a:t>
            </a:r>
          </a:p>
          <a:p>
            <a:r>
              <a:rPr lang="en-US" dirty="0">
                <a:effectLst/>
              </a:rPr>
              <a:t>Improved accuracy with clear speech</a:t>
            </a:r>
          </a:p>
          <a:p>
            <a:r>
              <a:rPr lang="en-US" dirty="0">
                <a:effectLst/>
              </a:rPr>
              <a:t>Integration potential with apps &amp; workflows</a:t>
            </a:r>
            <a:endParaRPr lang="en-US" b="1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72456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F37D-1691-221D-3861-0E39C029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</a:t>
            </a:r>
            <a:r>
              <a:rPr lang="en-IN" sz="6000" dirty="0"/>
              <a:t>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9F5475-47BD-2FF9-9CDD-6958EE0EDD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6177" y="2158038"/>
            <a:ext cx="95782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Currently supports only English (US)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saved transcriptions yet (demo state)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microphone access</a:t>
            </a:r>
          </a:p>
        </p:txBody>
      </p:sp>
    </p:spTree>
    <p:extLst>
      <p:ext uri="{BB962C8B-B14F-4D97-AF65-F5344CB8AC3E}">
        <p14:creationId xmlns:p14="http://schemas.microsoft.com/office/powerpoint/2010/main" val="195620920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F4E4-83C1-EB52-58FA-19AC51FE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FUTURE ENHANCEMENT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3AF93-B634-A3CB-6A44-DDBF0F74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Multi-language support</a:t>
            </a:r>
          </a:p>
          <a:p>
            <a:r>
              <a:rPr lang="en-US" dirty="0">
                <a:effectLst/>
              </a:rPr>
              <a:t>Cloud storage for transcripts</a:t>
            </a:r>
          </a:p>
          <a:p>
            <a:r>
              <a:rPr lang="en-US" dirty="0">
                <a:effectLst/>
              </a:rPr>
              <a:t>AI-powered summarization</a:t>
            </a:r>
          </a:p>
          <a:p>
            <a:r>
              <a:rPr lang="en-US" dirty="0">
                <a:effectLst/>
              </a:rPr>
              <a:t>Integration with productivity tools (Word, Teams,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63993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0B86-7861-9515-2342-E831AE0A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9F249-9467-CA88-161E-EC8E9AE2B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Speech-to-Text bridges human communication and digital workflows</a:t>
            </a:r>
          </a:p>
          <a:p>
            <a:r>
              <a:rPr lang="en-US" dirty="0">
                <a:effectLst/>
              </a:rPr>
              <a:t>Demo shows potential for scaling into enterprise solutions</a:t>
            </a:r>
          </a:p>
          <a:p>
            <a:r>
              <a:rPr lang="en-US" dirty="0">
                <a:effectLst/>
              </a:rPr>
              <a:t>Call to action: </a:t>
            </a:r>
            <a:r>
              <a:rPr lang="en-US" i="1" dirty="0">
                <a:effectLst/>
              </a:rPr>
              <a:t>Explore </a:t>
            </a:r>
            <a:r>
              <a:rPr lang="en-US" i="1" dirty="0" err="1">
                <a:effectLst/>
              </a:rPr>
              <a:t>VoiceFlow</a:t>
            </a:r>
            <a:r>
              <a:rPr lang="en-US" i="1" dirty="0">
                <a:effectLst/>
              </a:rPr>
              <a:t> &amp; Base44 tools</a:t>
            </a:r>
            <a:endParaRPr lang="en-US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848624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140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SPEECH-TO-TEXT TRANSLATOR</vt:lpstr>
      <vt:lpstr>                          INTRODUCTION</vt:lpstr>
      <vt:lpstr>               FEATURES OF THE DEMO</vt:lpstr>
      <vt:lpstr>                               BENEFITS</vt:lpstr>
      <vt:lpstr>          LIMITATIONS</vt:lpstr>
      <vt:lpstr>        FUTURE ENHANCEMENT   </vt:lpstr>
      <vt:lpstr>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shabeera shaik</dc:creator>
  <cp:lastModifiedBy>shabeera shaik</cp:lastModifiedBy>
  <cp:revision>1</cp:revision>
  <dcterms:created xsi:type="dcterms:W3CDTF">2026-01-06T06:27:20Z</dcterms:created>
  <dcterms:modified xsi:type="dcterms:W3CDTF">2026-01-06T06:54:17Z</dcterms:modified>
</cp:coreProperties>
</file>